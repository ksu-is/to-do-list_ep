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654DDD-CF9C-4970-B6D6-C2CCC08EE6E2}" v="5" dt="2026-05-01T20:10:32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4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Pollard" userId="afad62f7-e69f-4ffd-8ada-6811a5b95e75" providerId="ADAL" clId="{89E3E518-5603-4F31-B712-BA0283B7538F}"/>
    <pc:docChg chg="custSel modSld">
      <pc:chgData name="Evan Pollard" userId="afad62f7-e69f-4ffd-8ada-6811a5b95e75" providerId="ADAL" clId="{89E3E518-5603-4F31-B712-BA0283B7538F}" dt="2026-05-01T20:17:42.607" v="261" actId="20577"/>
      <pc:docMkLst>
        <pc:docMk/>
      </pc:docMkLst>
      <pc:sldChg chg="addSp delSp modSp mod">
        <pc:chgData name="Evan Pollard" userId="afad62f7-e69f-4ffd-8ada-6811a5b95e75" providerId="ADAL" clId="{89E3E518-5603-4F31-B712-BA0283B7538F}" dt="2026-05-01T20:17:42.607" v="261" actId="20577"/>
        <pc:sldMkLst>
          <pc:docMk/>
          <pc:sldMk cId="4209167039" sldId="256"/>
        </pc:sldMkLst>
        <pc:spChg chg="mod">
          <ac:chgData name="Evan Pollard" userId="afad62f7-e69f-4ffd-8ada-6811a5b95e75" providerId="ADAL" clId="{89E3E518-5603-4F31-B712-BA0283B7538F}" dt="2026-05-01T20:17:29.723" v="254" actId="27636"/>
          <ac:spMkLst>
            <pc:docMk/>
            <pc:sldMk cId="4209167039" sldId="256"/>
            <ac:spMk id="2" creationId="{1D70046F-81BF-A55B-B014-31CC34A7C974}"/>
          </ac:spMkLst>
        </pc:spChg>
        <pc:spChg chg="mod">
          <ac:chgData name="Evan Pollard" userId="afad62f7-e69f-4ffd-8ada-6811a5b95e75" providerId="ADAL" clId="{89E3E518-5603-4F31-B712-BA0283B7538F}" dt="2026-05-01T20:17:42.607" v="261" actId="20577"/>
          <ac:spMkLst>
            <pc:docMk/>
            <pc:sldMk cId="4209167039" sldId="256"/>
            <ac:spMk id="3" creationId="{350A538D-3333-4471-F1C3-744B6ED0235F}"/>
          </ac:spMkLst>
        </pc:spChg>
        <pc:picChg chg="add mod">
          <ac:chgData name="Evan Pollard" userId="afad62f7-e69f-4ffd-8ada-6811a5b95e75" providerId="ADAL" clId="{89E3E518-5603-4F31-B712-BA0283B7538F}" dt="2026-05-01T19:54:41.561" v="81" actId="1076"/>
          <ac:picMkLst>
            <pc:docMk/>
            <pc:sldMk cId="4209167039" sldId="256"/>
            <ac:picMk id="6" creationId="{1A1F7BE1-22E7-8145-274D-9A12489B6C46}"/>
          </ac:picMkLst>
        </pc:picChg>
        <pc:picChg chg="add mod">
          <ac:chgData name="Evan Pollard" userId="afad62f7-e69f-4ffd-8ada-6811a5b95e75" providerId="ADAL" clId="{89E3E518-5603-4F31-B712-BA0283B7538F}" dt="2026-05-01T19:54:21.674" v="76" actId="1076"/>
          <ac:picMkLst>
            <pc:docMk/>
            <pc:sldMk cId="4209167039" sldId="256"/>
            <ac:picMk id="8" creationId="{B3685BBC-6D86-129C-0612-54843197938C}"/>
          </ac:picMkLst>
        </pc:picChg>
        <pc:picChg chg="add del mod modCrop">
          <ac:chgData name="Evan Pollard" userId="afad62f7-e69f-4ffd-8ada-6811a5b95e75" providerId="ADAL" clId="{89E3E518-5603-4F31-B712-BA0283B7538F}" dt="2026-05-01T20:09:56.904" v="234" actId="478"/>
          <ac:picMkLst>
            <pc:docMk/>
            <pc:sldMk cId="4209167039" sldId="256"/>
            <ac:picMk id="10" creationId="{B5B7C35B-AE11-E03B-D180-BB060899D9FB}"/>
          </ac:picMkLst>
        </pc:picChg>
        <pc:picChg chg="add mod">
          <ac:chgData name="Evan Pollard" userId="afad62f7-e69f-4ffd-8ada-6811a5b95e75" providerId="ADAL" clId="{89E3E518-5603-4F31-B712-BA0283B7538F}" dt="2026-05-01T20:06:16.469" v="232" actId="1076"/>
          <ac:picMkLst>
            <pc:docMk/>
            <pc:sldMk cId="4209167039" sldId="256"/>
            <ac:picMk id="12" creationId="{E7CB615D-DA20-BBA8-5CAD-59EAAB5C46A6}"/>
          </ac:picMkLst>
        </pc:picChg>
        <pc:picChg chg="add mod modCrop">
          <ac:chgData name="Evan Pollard" userId="afad62f7-e69f-4ffd-8ada-6811a5b95e75" providerId="ADAL" clId="{89E3E518-5603-4F31-B712-BA0283B7538F}" dt="2026-05-01T20:10:49.805" v="247" actId="1076"/>
          <ac:picMkLst>
            <pc:docMk/>
            <pc:sldMk cId="4209167039" sldId="256"/>
            <ac:picMk id="14" creationId="{EB7F89A0-32FD-DB4C-8905-FBB1C5F4E16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29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2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0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9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80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0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3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0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2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7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A0FCFB3-E851-461C-BA59-8C67BD098C8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F9007E7-4D80-4883-99BF-F3A489D1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78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0046F-81BF-A55B-B014-31CC34A7C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5596" y="380271"/>
            <a:ext cx="9144000" cy="238760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 Black" panose="020B0A04020102020204" pitchFamily="34" charset="0"/>
              </a:rPr>
              <a:t>Custom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To Do 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A538D-3333-4471-F1C3-744B6ED02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638" y="4937269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By: Evan Pollard</a:t>
            </a:r>
          </a:p>
          <a:p>
            <a:pPr algn="l"/>
            <a:r>
              <a:rPr lang="en-US" dirty="0"/>
              <a:t>More feature coming soon!</a:t>
            </a:r>
          </a:p>
          <a:p>
            <a:pPr algn="l"/>
            <a:r>
              <a:rPr lang="en-US" dirty="0"/>
              <a:t>Custom made for my needs</a:t>
            </a:r>
          </a:p>
          <a:p>
            <a:pPr algn="l"/>
            <a:r>
              <a:rPr lang="en-US"/>
              <a:t>- Includes </a:t>
            </a:r>
            <a:r>
              <a:rPr lang="en-US" dirty="0"/>
              <a:t>a priority ranking feature</a:t>
            </a:r>
          </a:p>
        </p:txBody>
      </p:sp>
      <p:pic>
        <p:nvPicPr>
          <p:cNvPr id="6" name="Graphic 5" descr="Pencil outline">
            <a:extLst>
              <a:ext uri="{FF2B5EF4-FFF2-40B4-BE49-F238E27FC236}">
                <a16:creationId xmlns:a16="http://schemas.microsoft.com/office/drawing/2014/main" id="{1A1F7BE1-22E7-8145-274D-9A12489B6C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359591">
            <a:off x="10310680" y="3100252"/>
            <a:ext cx="2303004" cy="2303004"/>
          </a:xfrm>
          <a:prstGeom prst="rect">
            <a:avLst/>
          </a:prstGeom>
        </p:spPr>
      </p:pic>
      <p:pic>
        <p:nvPicPr>
          <p:cNvPr id="8" name="Graphic 7" descr="Document outline">
            <a:extLst>
              <a:ext uri="{FF2B5EF4-FFF2-40B4-BE49-F238E27FC236}">
                <a16:creationId xmlns:a16="http://schemas.microsoft.com/office/drawing/2014/main" id="{B3685BBC-6D86-129C-0612-5484319793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20927">
            <a:off x="9767178" y="4008297"/>
            <a:ext cx="3686269" cy="36862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CB615D-DA20-BBA8-5CAD-59EAAB5C4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82" y="380271"/>
            <a:ext cx="4156044" cy="33824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7F89A0-32FD-DB4C-8905-FBB1C5F4E16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635" t="538" r="30714" b="-538"/>
          <a:stretch>
            <a:fillRect/>
          </a:stretch>
        </p:blipFill>
        <p:spPr>
          <a:xfrm>
            <a:off x="5227238" y="3942382"/>
            <a:ext cx="4590501" cy="6032500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209167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25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Office Theme</vt:lpstr>
      <vt:lpstr>Custom  To Do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Pollard</dc:creator>
  <cp:lastModifiedBy>Evan Pollard</cp:lastModifiedBy>
  <cp:revision>1</cp:revision>
  <dcterms:created xsi:type="dcterms:W3CDTF">2026-05-01T19:50:26Z</dcterms:created>
  <dcterms:modified xsi:type="dcterms:W3CDTF">2026-05-01T20:17:43Z</dcterms:modified>
</cp:coreProperties>
</file>